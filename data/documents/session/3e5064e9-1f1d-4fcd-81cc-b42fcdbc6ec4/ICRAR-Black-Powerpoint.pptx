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BB1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81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0E7CB-B090-6140-958A-EAE3EFECA0AB}" type="datetimeFigureOut">
              <a:rPr lang="en-US" smtClean="0"/>
              <a:t>7/12/2015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84B47-5E3B-754C-B4C6-63CEFEAD9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934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FA2BA-21CB-AC41-BDFF-8AF1F2C23B5F}" type="datetimeFigureOut">
              <a:rPr lang="en-US" smtClean="0"/>
              <a:t>7/12/2015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75954-64D3-3547-9E41-BA5D253C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947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6800" y="670561"/>
            <a:ext cx="5262880" cy="2929890"/>
          </a:xfrm>
        </p:spPr>
        <p:txBody>
          <a:bodyPr anchor="b" anchorCtr="0"/>
          <a:lstStyle>
            <a:lvl1pPr algn="l">
              <a:defRPr b="0" i="0" baseline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en-AU" dirty="0" smtClean="0"/>
              <a:t>Click to edit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6800" y="4145280"/>
            <a:ext cx="5262880" cy="109728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400" b="0" i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0" indent="0" algn="l">
              <a:buNone/>
              <a:defRPr sz="2200" b="0" i="0">
                <a:solidFill>
                  <a:srgbClr val="FFFFFF"/>
                </a:solidFill>
                <a:latin typeface="Arial"/>
                <a:cs typeface="Arial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 smtClean="0"/>
              <a:t>Click to edit subtitle</a:t>
            </a:r>
          </a:p>
          <a:p>
            <a:pPr lvl="1"/>
            <a:r>
              <a:rPr lang="en-AU" dirty="0" err="1" smtClean="0"/>
              <a:t>Subsubtitle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56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80" y="132080"/>
            <a:ext cx="7670800" cy="650240"/>
          </a:xfrm>
        </p:spPr>
        <p:txBody>
          <a:bodyPr/>
          <a:lstStyle/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Presentation Title (Edit in File &gt; 'Page Setup' &gt; ‘Header/footer’)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707120" y="6583680"/>
            <a:ext cx="447040" cy="269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0" i="0" kern="1200">
                <a:solidFill>
                  <a:schemeClr val="bg1"/>
                </a:solidFill>
                <a:latin typeface="Helvetica Neue"/>
                <a:ea typeface="+mn-ea"/>
                <a:cs typeface="Helvetica Neue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1588C-AB24-5646-A060-72B6CDFB3A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246137" y="1158875"/>
            <a:ext cx="8674026" cy="5211763"/>
          </a:xfrm>
        </p:spPr>
        <p:txBody>
          <a:bodyPr/>
          <a:lstStyle/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38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80" y="132080"/>
            <a:ext cx="7518400" cy="650240"/>
          </a:xfrm>
        </p:spPr>
        <p:txBody>
          <a:bodyPr/>
          <a:lstStyle/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Presentation Title (Edit in File &gt; 'Page Setup' &gt; ‘Header/footer’)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D1588C-AB24-5646-A060-72B6CDFB3A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457200" y="1158240"/>
            <a:ext cx="4287520" cy="4967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rgbClr val="F6BB1C"/>
                </a:solidFill>
              </a:defRPr>
            </a:lvl1pPr>
          </a:lstStyle>
          <a:p>
            <a:pPr lvl="0"/>
            <a:r>
              <a:rPr lang="en-AU" dirty="0" smtClean="0"/>
              <a:t>Click to edit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886325" y="1158875"/>
            <a:ext cx="3881438" cy="49672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1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and Landscape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80" y="132080"/>
            <a:ext cx="7518400" cy="650240"/>
          </a:xfrm>
        </p:spPr>
        <p:txBody>
          <a:bodyPr/>
          <a:lstStyle/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Presentation Title (Edit in File &gt; 'Page Setup' &gt; ‘Header/footer’)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D1588C-AB24-5646-A060-72B6CDFB3A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25120" y="1158875"/>
            <a:ext cx="8442643" cy="41040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25438" y="5414963"/>
            <a:ext cx="8442325" cy="1077912"/>
          </a:xfrm>
        </p:spPr>
        <p:txBody>
          <a:bodyPr/>
          <a:lstStyle>
            <a:lvl1pPr algn="ctr">
              <a:defRPr sz="2400"/>
            </a:lvl1pPr>
            <a:lvl2pPr algn="ctr">
              <a:defRPr/>
            </a:lvl2pPr>
            <a:lvl3pPr marL="0" indent="0" algn="ctr">
              <a:buNone/>
              <a:defRPr sz="2400"/>
            </a:lvl3pPr>
            <a:lvl4pPr marL="0" indent="0" algn="ctr">
              <a:buNone/>
              <a:defRPr sz="2400"/>
            </a:lvl4pPr>
            <a:lvl5pPr marL="0" indent="0" algn="ctr">
              <a:buNone/>
              <a:defRPr sz="2400"/>
            </a:lvl5pPr>
          </a:lstStyle>
          <a:p>
            <a:pPr lvl="0"/>
            <a:r>
              <a:rPr lang="en-AU" dirty="0" smtClean="0"/>
              <a:t>Click to edit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31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6800" y="3850640"/>
            <a:ext cx="5262880" cy="833120"/>
          </a:xfrm>
        </p:spPr>
        <p:txBody>
          <a:bodyPr anchor="b" anchorCtr="0">
            <a:normAutofit/>
          </a:bodyPr>
          <a:lstStyle>
            <a:lvl1pPr algn="l">
              <a:defRPr sz="2800" b="0" i="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AU" dirty="0" smtClean="0"/>
              <a:t>Click to edit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6800" y="4765040"/>
            <a:ext cx="5262880" cy="47752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 b="0" i="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 smtClean="0"/>
              <a:t>Click to edit subtitle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606799" y="599440"/>
            <a:ext cx="5262563" cy="3159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8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9680" y="140350"/>
            <a:ext cx="7518400" cy="650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 smtClean="0"/>
              <a:t>Click to edit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438" y="1158240"/>
            <a:ext cx="8413642" cy="5211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dirty="0" smtClean="0"/>
              <a:t>Click to edit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2480" y="6573520"/>
            <a:ext cx="5135880" cy="269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000000"/>
                </a:solidFill>
                <a:latin typeface="Helvetica Neue"/>
                <a:cs typeface="Helvetica Neue"/>
              </a:defRPr>
            </a:lvl1pPr>
          </a:lstStyle>
          <a:p>
            <a:r>
              <a:rPr lang="en-US" dirty="0" smtClean="0"/>
              <a:t>Presentation Title (Edit in File &gt; 'Page Setup' &gt; ‘Header/footer’)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573520"/>
            <a:ext cx="447040" cy="269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fld id="{93D1588C-AB24-5646-A060-72B6CDFB3A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48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3" r:id="rId4"/>
    <p:sldLayoutId id="2147483651" r:id="rId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400" b="0" i="0" kern="120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2800" b="1" i="0" kern="1200">
          <a:solidFill>
            <a:srgbClr val="F6BB1C"/>
          </a:solidFill>
          <a:latin typeface="Arial"/>
          <a:ea typeface="+mn-ea"/>
          <a:cs typeface="Arial"/>
        </a:defRPr>
      </a:lvl1pPr>
      <a:lvl2pPr marL="0" indent="0" algn="l" defTabSz="457200" rtl="0" eaLnBrk="1" latinLnBrk="0" hangingPunct="1">
        <a:spcBef>
          <a:spcPts val="0"/>
        </a:spcBef>
        <a:buFont typeface="Arial"/>
        <a:buNone/>
        <a:defRPr sz="2400" b="0" i="0" kern="1200">
          <a:solidFill>
            <a:srgbClr val="FFFFFF"/>
          </a:solidFill>
          <a:latin typeface="Arial"/>
          <a:ea typeface="+mn-ea"/>
          <a:cs typeface="Arial"/>
        </a:defRPr>
      </a:lvl2pPr>
      <a:lvl3pPr marL="532800" indent="-228600" algn="l" defTabSz="457200" rtl="0" eaLnBrk="1" latinLnBrk="0" hangingPunct="1">
        <a:spcBef>
          <a:spcPts val="0"/>
        </a:spcBef>
        <a:buSzPct val="80000"/>
        <a:buFont typeface="Arial"/>
        <a:buChar char="•"/>
        <a:defRPr sz="2400" b="0" i="0" kern="1200">
          <a:solidFill>
            <a:srgbClr val="FFFFFF"/>
          </a:solidFill>
          <a:latin typeface="Arial"/>
          <a:ea typeface="+mn-ea"/>
          <a:cs typeface="Arial"/>
        </a:defRPr>
      </a:lvl3pPr>
      <a:lvl4pPr marL="846000" indent="-228600" algn="l" defTabSz="457200" rtl="0" eaLnBrk="1" latinLnBrk="0" hangingPunct="1">
        <a:spcBef>
          <a:spcPts val="0"/>
        </a:spcBef>
        <a:buSzPct val="80000"/>
        <a:buFont typeface="Arial"/>
        <a:buChar char="–"/>
        <a:defRPr sz="2200" b="0" i="0" kern="1200">
          <a:solidFill>
            <a:srgbClr val="FFFFFF"/>
          </a:solidFill>
          <a:latin typeface="Arial"/>
          <a:ea typeface="+mn-ea"/>
          <a:cs typeface="Arial"/>
        </a:defRPr>
      </a:lvl4pPr>
      <a:lvl5pPr marL="1339200" indent="-228600" algn="l" defTabSz="457200" rtl="0" eaLnBrk="1" latinLnBrk="0" hangingPunct="1">
        <a:spcBef>
          <a:spcPts val="0"/>
        </a:spcBef>
        <a:buSzPct val="80000"/>
        <a:buFont typeface="Arial"/>
        <a:buChar char="•"/>
        <a:defRPr sz="2000" b="0" i="0" kern="1200">
          <a:solidFill>
            <a:srgbClr val="FFFFFF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Presentation Title (Edit in File &gt; 'Page Setup')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Heading</a:t>
            </a:r>
          </a:p>
          <a:p>
            <a:pPr lvl="1"/>
            <a:r>
              <a:rPr lang="en-US" dirty="0" smtClean="0"/>
              <a:t>Text</a:t>
            </a:r>
          </a:p>
          <a:p>
            <a:pPr lvl="2"/>
            <a:r>
              <a:rPr lang="en-US" dirty="0" smtClean="0"/>
              <a:t>Bullet 1</a:t>
            </a:r>
          </a:p>
          <a:p>
            <a:pPr lvl="3"/>
            <a:r>
              <a:rPr lang="en-US" dirty="0" smtClean="0"/>
              <a:t>Bullet 2</a:t>
            </a:r>
          </a:p>
          <a:p>
            <a:pPr lvl="4"/>
            <a:r>
              <a:rPr lang="en-US" dirty="0" smtClean="0"/>
              <a:t>Bullet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246657"/>
      </p:ext>
    </p:extLst>
  </p:cSld>
  <p:clrMapOvr>
    <a:masterClrMapping/>
  </p:clrMapOvr>
</p:sld>
</file>

<file path=ppt/theme/theme1.xml><?xml version="1.0" encoding="utf-8"?>
<a:theme xmlns:a="http://schemas.openxmlformats.org/drawingml/2006/main" name="ICRAR 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22</Words>
  <Application>Microsoft Macintosh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ICRAR Black</vt:lpstr>
      <vt:lpstr>PowerPoint Presentation</vt:lpstr>
      <vt:lpstr>Slide Title</vt:lpstr>
    </vt:vector>
  </TitlesOfParts>
  <Company>The University of Western Australia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Kirsten Gottschalk</dc:creator>
  <cp:lastModifiedBy>Kirsten Gottschalk</cp:lastModifiedBy>
  <cp:revision>11</cp:revision>
  <dcterms:created xsi:type="dcterms:W3CDTF">2014-01-21T06:00:06Z</dcterms:created>
  <dcterms:modified xsi:type="dcterms:W3CDTF">2015-12-07T02:30:01Z</dcterms:modified>
</cp:coreProperties>
</file>